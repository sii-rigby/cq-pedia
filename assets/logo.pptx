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1212"/>
    <a:srgbClr val="77320F"/>
    <a:srgbClr val="7F9ED7"/>
    <a:srgbClr val="B18A0F"/>
    <a:srgbClr val="2CAA86"/>
    <a:srgbClr val="4F45B1"/>
    <a:srgbClr val="E84E4E"/>
    <a:srgbClr val="EF3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3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C210D-7352-A369-08A7-278380F86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61E010-2E7C-3572-C7BC-3AA0F9367E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EF51A2-48D5-88EA-EE84-48E6F0024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3266-6E0B-4868-BB1B-50B689BF6801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5CFCA9-4016-60CF-0D11-A261198D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0F3BCF-B213-96F6-68B4-DBD851D18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A59-577A-47AF-AEE2-3F039DF0D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748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2DFE4-86D5-7F6A-9842-D4DA518C0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CA2E09-0370-F985-027F-A3AF07A49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25D6C8-4398-010D-2311-0E929FC18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3266-6E0B-4868-BB1B-50B689BF6801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8D0C31-FFBE-5573-324E-9A0608B44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A1D195-DF1A-070E-1321-A98A32C41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A59-577A-47AF-AEE2-3F039DF0D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364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4F5CC0-9D46-99BC-38A8-B80443E4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18D992-1B85-3564-3DDF-C0C311617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2F9DF0-C0AE-0366-4A80-C574D1437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3266-6E0B-4868-BB1B-50B689BF6801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61A7A8-CECB-54A5-560A-D2FC954CB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B1EF89-6ED5-3083-0AB8-A27C38E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A59-577A-47AF-AEE2-3F039DF0D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391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3DA115-53DF-45C6-9C7B-EDC53556D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708C50-EFA3-E406-CB31-BCF71A323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DE68B8-FECA-7AB0-517E-430F236D4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B8EF0D-8427-71CA-86D6-06556002A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3266-6E0B-4868-BB1B-50B689BF6801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426D8E-BBB5-7157-DD7C-4BF64CF48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4D6B77-08A3-3372-EC73-FF0537D1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A59-577A-47AF-AEE2-3F039DF0D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641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F3C0C-4840-4056-61B2-F34F81C42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AB8143-3BFF-59C9-D237-BDD2C387D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7ED525-EF5A-F5E2-9D27-391B3DFD4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035BDF-19B9-3D3D-C607-354DE9F7C0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1A6E19-9A92-0E15-D483-758334784D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AD57AC-3CDE-FF96-2BA6-3AF3B13F8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3266-6E0B-4868-BB1B-50B689BF6801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CDD3D0B-7460-243B-192D-6DC57AE9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36F7414-165B-3656-C989-CF68C822B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A59-577A-47AF-AEE2-3F039DF0D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3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46F84D-B7D7-BBCB-6EF1-405D8204F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4ACD14-83E8-4F54-7917-947554750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3266-6E0B-4868-BB1B-50B689BF6801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219226-BEFF-35E9-7DA8-A8AC5BEED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005C3E4-AF8B-CB3B-08F9-DA10FCA14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A59-577A-47AF-AEE2-3F039DF0D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473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6106AF6-31D3-AF57-729E-2FD9166BF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3266-6E0B-4868-BB1B-50B689BF6801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038457-6033-F0C4-5911-BB81DCD72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0067F4-D9CA-5F0E-51B6-61465699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A59-577A-47AF-AEE2-3F039DF0D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737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8A8429-65F7-7EF7-5E0A-31CE26A0C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8F69E3-0137-97B2-0A2A-21DEBA41A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3B3F3F-116E-7ABC-EA8D-FAA960DDB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58817C-9943-C923-526D-9CB066AEE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3266-6E0B-4868-BB1B-50B689BF6801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DB2518-4AB9-EE2C-4B89-EDB24847E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1B1505-F638-2C0E-2D3C-493B2B12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A59-577A-47AF-AEE2-3F039DF0D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793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C4F40-4E27-A57B-182C-F057CB4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CAA832B-E38E-7062-A6F8-D3A8D63665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4212E6-A3CB-CCA2-CB6F-EB4893E72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06E386-C57B-19E8-52E0-89D45F188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3266-6E0B-4868-BB1B-50B689BF6801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806FB7-E7A1-0A42-8FCD-ED5E35A28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E8C544-4CC9-FF22-A9BB-DB6879637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A59-577A-47AF-AEE2-3F039DF0D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150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952B53-813F-5FAF-699C-5EFE2A3CA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18FECE-3568-B7DD-13EC-85A053850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E14E86-0EBE-49E8-9F2F-AF364EACC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3266-6E0B-4868-BB1B-50B689BF6801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C8B076-199D-A3DB-CA91-6058A269D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3C21EC-CC68-47FA-4AE1-71042FF8C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A59-577A-47AF-AEE2-3F039DF0D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993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9343A4-E3F2-8108-54F9-C21268B337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04FCE6-70B4-CCEA-F673-AED95290E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4FECBE-C3C5-CA93-26F8-7A759CF2D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3266-6E0B-4868-BB1B-50B689BF6801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A00B2B-F694-1D49-5ABA-93F0BB56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42612B-834F-05F7-46A4-ADED608A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A59-577A-47AF-AEE2-3F039DF0D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108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3C3EA6-8124-E537-3BD7-AA75A32B1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3D0DCC-298A-EB6E-1A57-303D350A2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08557E-F84A-CB1C-8AFB-58F4382BC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63266-6E0B-4868-BB1B-50B689BF6801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56EC46-79D1-F67F-BB79-36C7B7B85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D7FBE3-D271-B9CB-2602-44A1C7BC91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5AA59-577A-47AF-AEE2-3F039DF0D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354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0A8CFAE-BAB6-55E6-B5DA-9C34417F5F3E}"/>
              </a:ext>
            </a:extLst>
          </p:cNvPr>
          <p:cNvSpPr/>
          <p:nvPr/>
        </p:nvSpPr>
        <p:spPr>
          <a:xfrm>
            <a:off x="5923548" y="4240740"/>
            <a:ext cx="1460500" cy="1460500"/>
          </a:xfrm>
          <a:custGeom>
            <a:avLst/>
            <a:gdLst>
              <a:gd name="csX0" fmla="*/ 426507 w 1460500"/>
              <a:gd name="csY0" fmla="*/ 773566 h 1460500"/>
              <a:gd name="csX1" fmla="*/ 426507 w 1460500"/>
              <a:gd name="csY1" fmla="*/ 1460500 h 1460500"/>
              <a:gd name="csX2" fmla="*/ 127005 w 1460500"/>
              <a:gd name="csY2" fmla="*/ 1460500 h 1460500"/>
              <a:gd name="csX3" fmla="*/ 0 w 1460500"/>
              <a:gd name="csY3" fmla="*/ 1333495 h 1460500"/>
              <a:gd name="csX4" fmla="*/ 0 w 1460500"/>
              <a:gd name="csY4" fmla="*/ 807457 h 1460500"/>
              <a:gd name="csX5" fmla="*/ 962023 w 1460500"/>
              <a:gd name="csY5" fmla="*/ 731013 h 1460500"/>
              <a:gd name="csX6" fmla="*/ 962023 w 1460500"/>
              <a:gd name="csY6" fmla="*/ 1460500 h 1460500"/>
              <a:gd name="csX7" fmla="*/ 509057 w 1460500"/>
              <a:gd name="csY7" fmla="*/ 1460500 h 1460500"/>
              <a:gd name="csX8" fmla="*/ 509057 w 1460500"/>
              <a:gd name="csY8" fmla="*/ 767006 h 1460500"/>
              <a:gd name="csX9" fmla="*/ 1460500 w 1460500"/>
              <a:gd name="csY9" fmla="*/ 691404 h 1460500"/>
              <a:gd name="csX10" fmla="*/ 1460500 w 1460500"/>
              <a:gd name="csY10" fmla="*/ 1333495 h 1460500"/>
              <a:gd name="csX11" fmla="*/ 1333495 w 1460500"/>
              <a:gd name="csY11" fmla="*/ 1460500 h 1460500"/>
              <a:gd name="csX12" fmla="*/ 1044573 w 1460500"/>
              <a:gd name="csY12" fmla="*/ 1460500 h 1460500"/>
              <a:gd name="csX13" fmla="*/ 1044573 w 1460500"/>
              <a:gd name="csY13" fmla="*/ 724453 h 1460500"/>
              <a:gd name="csX14" fmla="*/ 1044573 w 1460500"/>
              <a:gd name="csY14" fmla="*/ 0 h 1460500"/>
              <a:gd name="csX15" fmla="*/ 1333495 w 1460500"/>
              <a:gd name="csY15" fmla="*/ 0 h 1460500"/>
              <a:gd name="csX16" fmla="*/ 1460500 w 1460500"/>
              <a:gd name="csY16" fmla="*/ 127005 h 1460500"/>
              <a:gd name="csX17" fmla="*/ 1460500 w 1460500"/>
              <a:gd name="csY17" fmla="*/ 608593 h 1460500"/>
              <a:gd name="csX18" fmla="*/ 1044573 w 1460500"/>
              <a:gd name="csY18" fmla="*/ 641643 h 1460500"/>
              <a:gd name="csX19" fmla="*/ 509057 w 1460500"/>
              <a:gd name="csY19" fmla="*/ 0 h 1460500"/>
              <a:gd name="csX20" fmla="*/ 962023 w 1460500"/>
              <a:gd name="csY20" fmla="*/ 0 h 1460500"/>
              <a:gd name="csX21" fmla="*/ 962023 w 1460500"/>
              <a:gd name="csY21" fmla="*/ 648203 h 1460500"/>
              <a:gd name="csX22" fmla="*/ 509057 w 1460500"/>
              <a:gd name="csY22" fmla="*/ 684196 h 1460500"/>
              <a:gd name="csX23" fmla="*/ 127005 w 1460500"/>
              <a:gd name="csY23" fmla="*/ 0 h 1460500"/>
              <a:gd name="csX24" fmla="*/ 426507 w 1460500"/>
              <a:gd name="csY24" fmla="*/ 0 h 1460500"/>
              <a:gd name="csX25" fmla="*/ 426507 w 1460500"/>
              <a:gd name="csY25" fmla="*/ 690755 h 1460500"/>
              <a:gd name="csX26" fmla="*/ 0 w 1460500"/>
              <a:gd name="csY26" fmla="*/ 724646 h 1460500"/>
              <a:gd name="csX27" fmla="*/ 0 w 1460500"/>
              <a:gd name="csY27" fmla="*/ 127005 h 1460500"/>
              <a:gd name="csX28" fmla="*/ 127005 w 1460500"/>
              <a:gd name="csY28" fmla="*/ 0 h 146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1460500" h="1460500">
                <a:moveTo>
                  <a:pt x="426507" y="773566"/>
                </a:moveTo>
                <a:lnTo>
                  <a:pt x="426507" y="1460500"/>
                </a:lnTo>
                <a:lnTo>
                  <a:pt x="127005" y="1460500"/>
                </a:lnTo>
                <a:cubicBezTo>
                  <a:pt x="56862" y="1460500"/>
                  <a:pt x="0" y="1403638"/>
                  <a:pt x="0" y="1333495"/>
                </a:cubicBezTo>
                <a:lnTo>
                  <a:pt x="0" y="807457"/>
                </a:lnTo>
                <a:close/>
                <a:moveTo>
                  <a:pt x="962023" y="731013"/>
                </a:moveTo>
                <a:lnTo>
                  <a:pt x="962023" y="1460500"/>
                </a:lnTo>
                <a:lnTo>
                  <a:pt x="509057" y="1460500"/>
                </a:lnTo>
                <a:lnTo>
                  <a:pt x="509057" y="767006"/>
                </a:lnTo>
                <a:close/>
                <a:moveTo>
                  <a:pt x="1460500" y="691404"/>
                </a:moveTo>
                <a:lnTo>
                  <a:pt x="1460500" y="1333495"/>
                </a:lnTo>
                <a:cubicBezTo>
                  <a:pt x="1460500" y="1403638"/>
                  <a:pt x="1403638" y="1460500"/>
                  <a:pt x="1333495" y="1460500"/>
                </a:cubicBezTo>
                <a:lnTo>
                  <a:pt x="1044573" y="1460500"/>
                </a:lnTo>
                <a:lnTo>
                  <a:pt x="1044573" y="724453"/>
                </a:lnTo>
                <a:close/>
                <a:moveTo>
                  <a:pt x="1044573" y="0"/>
                </a:moveTo>
                <a:lnTo>
                  <a:pt x="1333495" y="0"/>
                </a:lnTo>
                <a:cubicBezTo>
                  <a:pt x="1403638" y="0"/>
                  <a:pt x="1460500" y="56862"/>
                  <a:pt x="1460500" y="127005"/>
                </a:cubicBezTo>
                <a:lnTo>
                  <a:pt x="1460500" y="608593"/>
                </a:lnTo>
                <a:lnTo>
                  <a:pt x="1044573" y="641643"/>
                </a:lnTo>
                <a:close/>
                <a:moveTo>
                  <a:pt x="509057" y="0"/>
                </a:moveTo>
                <a:lnTo>
                  <a:pt x="962023" y="0"/>
                </a:lnTo>
                <a:lnTo>
                  <a:pt x="962023" y="648203"/>
                </a:lnTo>
                <a:lnTo>
                  <a:pt x="509057" y="684196"/>
                </a:lnTo>
                <a:close/>
                <a:moveTo>
                  <a:pt x="127005" y="0"/>
                </a:moveTo>
                <a:lnTo>
                  <a:pt x="426507" y="0"/>
                </a:lnTo>
                <a:lnTo>
                  <a:pt x="426507" y="690755"/>
                </a:lnTo>
                <a:lnTo>
                  <a:pt x="0" y="724646"/>
                </a:lnTo>
                <a:lnTo>
                  <a:pt x="0" y="127005"/>
                </a:lnTo>
                <a:cubicBezTo>
                  <a:pt x="0" y="56862"/>
                  <a:pt x="56862" y="0"/>
                  <a:pt x="127005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38392BD8-CC12-F945-DB7A-F1F89EB0EFF6}"/>
              </a:ext>
            </a:extLst>
          </p:cNvPr>
          <p:cNvGrpSpPr/>
          <p:nvPr/>
        </p:nvGrpSpPr>
        <p:grpSpPr>
          <a:xfrm>
            <a:off x="2504019" y="1494369"/>
            <a:ext cx="1460500" cy="1460500"/>
            <a:chOff x="2504019" y="1494369"/>
            <a:chExt cx="1460500" cy="1460500"/>
          </a:xfrm>
        </p:grpSpPr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C46082FB-CF97-DE44-97ED-C3495AB89B6F}"/>
                </a:ext>
              </a:extLst>
            </p:cNvPr>
            <p:cNvSpPr/>
            <p:nvPr/>
          </p:nvSpPr>
          <p:spPr>
            <a:xfrm>
              <a:off x="2504019" y="2267172"/>
              <a:ext cx="426507" cy="686934"/>
            </a:xfrm>
            <a:custGeom>
              <a:avLst/>
              <a:gdLst>
                <a:gd name="csX0" fmla="*/ 234949 w 426507"/>
                <a:gd name="csY0" fmla="*/ 88680 h 686934"/>
                <a:gd name="csX1" fmla="*/ 135465 w 426507"/>
                <a:gd name="csY1" fmla="*/ 188164 h 686934"/>
                <a:gd name="csX2" fmla="*/ 234949 w 426507"/>
                <a:gd name="csY2" fmla="*/ 287648 h 686934"/>
                <a:gd name="csX3" fmla="*/ 334433 w 426507"/>
                <a:gd name="csY3" fmla="*/ 188164 h 686934"/>
                <a:gd name="csX4" fmla="*/ 234949 w 426507"/>
                <a:gd name="csY4" fmla="*/ 88680 h 686934"/>
                <a:gd name="csX5" fmla="*/ 426507 w 426507"/>
                <a:gd name="csY5" fmla="*/ 0 h 686934"/>
                <a:gd name="csX6" fmla="*/ 426507 w 426507"/>
                <a:gd name="csY6" fmla="*/ 686934 h 686934"/>
                <a:gd name="csX7" fmla="*/ 127005 w 426507"/>
                <a:gd name="csY7" fmla="*/ 686934 h 686934"/>
                <a:gd name="csX8" fmla="*/ 0 w 426507"/>
                <a:gd name="csY8" fmla="*/ 559929 h 686934"/>
                <a:gd name="csX9" fmla="*/ 0 w 426507"/>
                <a:gd name="csY9" fmla="*/ 33891 h 6869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26507" h="686934">
                  <a:moveTo>
                    <a:pt x="234949" y="88680"/>
                  </a:moveTo>
                  <a:cubicBezTo>
                    <a:pt x="180006" y="88680"/>
                    <a:pt x="135465" y="133221"/>
                    <a:pt x="135465" y="188164"/>
                  </a:cubicBezTo>
                  <a:cubicBezTo>
                    <a:pt x="135465" y="243107"/>
                    <a:pt x="180006" y="287648"/>
                    <a:pt x="234949" y="287648"/>
                  </a:cubicBezTo>
                  <a:cubicBezTo>
                    <a:pt x="289892" y="287648"/>
                    <a:pt x="334433" y="243107"/>
                    <a:pt x="334433" y="188164"/>
                  </a:cubicBezTo>
                  <a:cubicBezTo>
                    <a:pt x="334433" y="133221"/>
                    <a:pt x="289892" y="88680"/>
                    <a:pt x="234949" y="88680"/>
                  </a:cubicBezTo>
                  <a:close/>
                  <a:moveTo>
                    <a:pt x="426507" y="0"/>
                  </a:moveTo>
                  <a:lnTo>
                    <a:pt x="426507" y="686934"/>
                  </a:lnTo>
                  <a:lnTo>
                    <a:pt x="127005" y="686934"/>
                  </a:lnTo>
                  <a:cubicBezTo>
                    <a:pt x="56862" y="686934"/>
                    <a:pt x="0" y="630072"/>
                    <a:pt x="0" y="559929"/>
                  </a:cubicBezTo>
                  <a:lnTo>
                    <a:pt x="0" y="33891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5983A411-1DCD-7B63-5C5D-88E072AE1946}"/>
                </a:ext>
              </a:extLst>
            </p:cNvPr>
            <p:cNvSpPr/>
            <p:nvPr/>
          </p:nvSpPr>
          <p:spPr>
            <a:xfrm>
              <a:off x="2504019" y="1494369"/>
              <a:ext cx="426507" cy="724646"/>
            </a:xfrm>
            <a:custGeom>
              <a:avLst/>
              <a:gdLst>
                <a:gd name="csX0" fmla="*/ 250955 w 426507"/>
                <a:gd name="csY0" fmla="*/ 285454 h 724646"/>
                <a:gd name="csX1" fmla="*/ 213252 w 426507"/>
                <a:gd name="csY1" fmla="*/ 638937 h 724646"/>
                <a:gd name="csX2" fmla="*/ 364063 w 426507"/>
                <a:gd name="csY2" fmla="*/ 638937 h 724646"/>
                <a:gd name="csX3" fmla="*/ 326360 w 426507"/>
                <a:gd name="csY3" fmla="*/ 285454 h 724646"/>
                <a:gd name="csX4" fmla="*/ 127005 w 426507"/>
                <a:gd name="csY4" fmla="*/ 0 h 724646"/>
                <a:gd name="csX5" fmla="*/ 426507 w 426507"/>
                <a:gd name="csY5" fmla="*/ 0 h 724646"/>
                <a:gd name="csX6" fmla="*/ 426507 w 426507"/>
                <a:gd name="csY6" fmla="*/ 690755 h 724646"/>
                <a:gd name="csX7" fmla="*/ 0 w 426507"/>
                <a:gd name="csY7" fmla="*/ 724646 h 724646"/>
                <a:gd name="csX8" fmla="*/ 0 w 426507"/>
                <a:gd name="csY8" fmla="*/ 127005 h 724646"/>
                <a:gd name="csX9" fmla="*/ 127005 w 426507"/>
                <a:gd name="csY9" fmla="*/ 0 h 7246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26507" h="724646">
                  <a:moveTo>
                    <a:pt x="250955" y="285454"/>
                  </a:moveTo>
                  <a:lnTo>
                    <a:pt x="213252" y="638937"/>
                  </a:lnTo>
                  <a:lnTo>
                    <a:pt x="364063" y="638937"/>
                  </a:lnTo>
                  <a:lnTo>
                    <a:pt x="326360" y="285454"/>
                  </a:lnTo>
                  <a:close/>
                  <a:moveTo>
                    <a:pt x="127005" y="0"/>
                  </a:moveTo>
                  <a:lnTo>
                    <a:pt x="426507" y="0"/>
                  </a:lnTo>
                  <a:lnTo>
                    <a:pt x="426507" y="690755"/>
                  </a:lnTo>
                  <a:lnTo>
                    <a:pt x="0" y="724646"/>
                  </a:lnTo>
                  <a:lnTo>
                    <a:pt x="0" y="127005"/>
                  </a:lnTo>
                  <a:cubicBezTo>
                    <a:pt x="0" y="56862"/>
                    <a:pt x="56862" y="0"/>
                    <a:pt x="127005" y="0"/>
                  </a:cubicBezTo>
                  <a:close/>
                </a:path>
              </a:pathLst>
            </a:custGeom>
            <a:solidFill>
              <a:srgbClr val="2CAA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E6D25788-BCFC-91E0-69D1-5D9442EF41F5}"/>
                </a:ext>
              </a:extLst>
            </p:cNvPr>
            <p:cNvSpPr/>
            <p:nvPr/>
          </p:nvSpPr>
          <p:spPr>
            <a:xfrm>
              <a:off x="3014137" y="2224619"/>
              <a:ext cx="452966" cy="729487"/>
            </a:xfrm>
            <a:custGeom>
              <a:avLst/>
              <a:gdLst>
                <a:gd name="csX0" fmla="*/ 0 w 452966"/>
                <a:gd name="csY0" fmla="*/ 556026 h 729487"/>
                <a:gd name="csX1" fmla="*/ 452966 w 452966"/>
                <a:gd name="csY1" fmla="*/ 556026 h 729487"/>
                <a:gd name="csX2" fmla="*/ 452966 w 452966"/>
                <a:gd name="csY2" fmla="*/ 729487 h 729487"/>
                <a:gd name="csX3" fmla="*/ 0 w 452966"/>
                <a:gd name="csY3" fmla="*/ 729487 h 729487"/>
                <a:gd name="csX4" fmla="*/ 452966 w 452966"/>
                <a:gd name="csY4" fmla="*/ 356793 h 729487"/>
                <a:gd name="csX5" fmla="*/ 452966 w 452966"/>
                <a:gd name="csY5" fmla="*/ 510307 h 729487"/>
                <a:gd name="csX6" fmla="*/ 0 w 452966"/>
                <a:gd name="csY6" fmla="*/ 510307 h 729487"/>
                <a:gd name="csX7" fmla="*/ 0 w 452966"/>
                <a:gd name="csY7" fmla="*/ 381556 h 729487"/>
                <a:gd name="csX8" fmla="*/ 452966 w 452966"/>
                <a:gd name="csY8" fmla="*/ 164292 h 729487"/>
                <a:gd name="csX9" fmla="*/ 452966 w 452966"/>
                <a:gd name="csY9" fmla="*/ 311006 h 729487"/>
                <a:gd name="csX10" fmla="*/ 0 w 452966"/>
                <a:gd name="csY10" fmla="*/ 335769 h 729487"/>
                <a:gd name="csX11" fmla="*/ 0 w 452966"/>
                <a:gd name="csY11" fmla="*/ 211173 h 729487"/>
                <a:gd name="csX12" fmla="*/ 452966 w 452966"/>
                <a:gd name="csY12" fmla="*/ 0 h 729487"/>
                <a:gd name="csX13" fmla="*/ 452966 w 452966"/>
                <a:gd name="csY13" fmla="*/ 118329 h 729487"/>
                <a:gd name="csX14" fmla="*/ 0 w 452966"/>
                <a:gd name="csY14" fmla="*/ 165210 h 729487"/>
                <a:gd name="csX15" fmla="*/ 0 w 452966"/>
                <a:gd name="csY15" fmla="*/ 35993 h 729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452966" h="729487">
                  <a:moveTo>
                    <a:pt x="0" y="556026"/>
                  </a:moveTo>
                  <a:lnTo>
                    <a:pt x="452966" y="556026"/>
                  </a:lnTo>
                  <a:lnTo>
                    <a:pt x="452966" y="729487"/>
                  </a:lnTo>
                  <a:lnTo>
                    <a:pt x="0" y="729487"/>
                  </a:lnTo>
                  <a:close/>
                  <a:moveTo>
                    <a:pt x="452966" y="356793"/>
                  </a:moveTo>
                  <a:lnTo>
                    <a:pt x="452966" y="510307"/>
                  </a:lnTo>
                  <a:lnTo>
                    <a:pt x="0" y="510307"/>
                  </a:lnTo>
                  <a:lnTo>
                    <a:pt x="0" y="381556"/>
                  </a:lnTo>
                  <a:close/>
                  <a:moveTo>
                    <a:pt x="452966" y="164292"/>
                  </a:moveTo>
                  <a:lnTo>
                    <a:pt x="452966" y="311006"/>
                  </a:lnTo>
                  <a:lnTo>
                    <a:pt x="0" y="335769"/>
                  </a:lnTo>
                  <a:lnTo>
                    <a:pt x="0" y="211173"/>
                  </a:lnTo>
                  <a:close/>
                  <a:moveTo>
                    <a:pt x="452966" y="0"/>
                  </a:moveTo>
                  <a:lnTo>
                    <a:pt x="452966" y="118329"/>
                  </a:lnTo>
                  <a:lnTo>
                    <a:pt x="0" y="165210"/>
                  </a:lnTo>
                  <a:lnTo>
                    <a:pt x="0" y="35993"/>
                  </a:lnTo>
                  <a:close/>
                </a:path>
              </a:pathLst>
            </a:custGeom>
            <a:solidFill>
              <a:srgbClr val="B18A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9" name="任意多边形: 形状 78">
              <a:extLst>
                <a:ext uri="{FF2B5EF4-FFF2-40B4-BE49-F238E27FC236}">
                  <a16:creationId xmlns:a16="http://schemas.microsoft.com/office/drawing/2014/main" id="{6B1B59C7-C159-F663-E772-0EF18276A2B5}"/>
                </a:ext>
              </a:extLst>
            </p:cNvPr>
            <p:cNvSpPr/>
            <p:nvPr/>
          </p:nvSpPr>
          <p:spPr>
            <a:xfrm>
              <a:off x="3014137" y="1494369"/>
              <a:ext cx="452966" cy="684196"/>
            </a:xfrm>
            <a:custGeom>
              <a:avLst/>
              <a:gdLst>
                <a:gd name="csX0" fmla="*/ 226484 w 452966"/>
                <a:gd name="csY0" fmla="*/ 283848 h 684196"/>
                <a:gd name="csX1" fmla="*/ 452966 w 452966"/>
                <a:gd name="csY1" fmla="*/ 484626 h 684196"/>
                <a:gd name="csX2" fmla="*/ 452966 w 452966"/>
                <a:gd name="csY2" fmla="*/ 648203 h 684196"/>
                <a:gd name="csX3" fmla="*/ 0 w 452966"/>
                <a:gd name="csY3" fmla="*/ 684196 h 684196"/>
                <a:gd name="csX4" fmla="*/ 0 w 452966"/>
                <a:gd name="csY4" fmla="*/ 484627 h 684196"/>
                <a:gd name="csX5" fmla="*/ 0 w 452966"/>
                <a:gd name="csY5" fmla="*/ 0 h 684196"/>
                <a:gd name="csX6" fmla="*/ 452966 w 452966"/>
                <a:gd name="csY6" fmla="*/ 0 h 684196"/>
                <a:gd name="csX7" fmla="*/ 452966 w 452966"/>
                <a:gd name="csY7" fmla="*/ 381178 h 684196"/>
                <a:gd name="csX8" fmla="*/ 226484 w 452966"/>
                <a:gd name="csY8" fmla="*/ 180400 h 684196"/>
                <a:gd name="csX9" fmla="*/ 0 w 452966"/>
                <a:gd name="csY9" fmla="*/ 381179 h 6841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52966" h="684196">
                  <a:moveTo>
                    <a:pt x="226484" y="283848"/>
                  </a:moveTo>
                  <a:lnTo>
                    <a:pt x="452966" y="484626"/>
                  </a:lnTo>
                  <a:lnTo>
                    <a:pt x="452966" y="648203"/>
                  </a:lnTo>
                  <a:lnTo>
                    <a:pt x="0" y="684196"/>
                  </a:lnTo>
                  <a:lnTo>
                    <a:pt x="0" y="484627"/>
                  </a:lnTo>
                  <a:close/>
                  <a:moveTo>
                    <a:pt x="0" y="0"/>
                  </a:moveTo>
                  <a:lnTo>
                    <a:pt x="452966" y="0"/>
                  </a:lnTo>
                  <a:lnTo>
                    <a:pt x="452966" y="381178"/>
                  </a:lnTo>
                  <a:lnTo>
                    <a:pt x="226484" y="180400"/>
                  </a:lnTo>
                  <a:lnTo>
                    <a:pt x="0" y="381179"/>
                  </a:lnTo>
                  <a:close/>
                </a:path>
              </a:pathLst>
            </a:custGeom>
            <a:solidFill>
              <a:srgbClr val="7F9E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id="{29F1AA08-C492-D478-970F-878D442F53F1}"/>
                </a:ext>
              </a:extLst>
            </p:cNvPr>
            <p:cNvSpPr/>
            <p:nvPr/>
          </p:nvSpPr>
          <p:spPr>
            <a:xfrm>
              <a:off x="3548592" y="1494369"/>
              <a:ext cx="415927" cy="641643"/>
            </a:xfrm>
            <a:custGeom>
              <a:avLst/>
              <a:gdLst>
                <a:gd name="csX0" fmla="*/ 217563 w 415927"/>
                <a:gd name="csY0" fmla="*/ 142376 h 641643"/>
                <a:gd name="csX1" fmla="*/ 415927 w 415927"/>
                <a:gd name="csY1" fmla="*/ 318227 h 641643"/>
                <a:gd name="csX2" fmla="*/ 415927 w 415927"/>
                <a:gd name="csY2" fmla="*/ 608593 h 641643"/>
                <a:gd name="csX3" fmla="*/ 232182 w 415927"/>
                <a:gd name="csY3" fmla="*/ 623194 h 641643"/>
                <a:gd name="csX4" fmla="*/ 232833 w 415927"/>
                <a:gd name="csY4" fmla="*/ 619967 h 641643"/>
                <a:gd name="csX5" fmla="*/ 232834 w 415927"/>
                <a:gd name="csY5" fmla="*/ 489277 h 641643"/>
                <a:gd name="csX6" fmla="*/ 161396 w 415927"/>
                <a:gd name="csY6" fmla="*/ 417839 h 641643"/>
                <a:gd name="csX7" fmla="*/ 89958 w 415927"/>
                <a:gd name="csY7" fmla="*/ 489277 h 641643"/>
                <a:gd name="csX8" fmla="*/ 89958 w 415927"/>
                <a:gd name="csY8" fmla="*/ 619966 h 641643"/>
                <a:gd name="csX9" fmla="*/ 92845 w 415927"/>
                <a:gd name="csY9" fmla="*/ 634266 h 641643"/>
                <a:gd name="csX10" fmla="*/ 0 w 415927"/>
                <a:gd name="csY10" fmla="*/ 641643 h 641643"/>
                <a:gd name="csX11" fmla="*/ 0 w 415927"/>
                <a:gd name="csY11" fmla="*/ 335246 h 641643"/>
                <a:gd name="csX12" fmla="*/ 0 w 415927"/>
                <a:gd name="csY12" fmla="*/ 0 h 641643"/>
                <a:gd name="csX13" fmla="*/ 288922 w 415927"/>
                <a:gd name="csY13" fmla="*/ 0 h 641643"/>
                <a:gd name="csX14" fmla="*/ 415927 w 415927"/>
                <a:gd name="csY14" fmla="*/ 127005 h 641643"/>
                <a:gd name="csX15" fmla="*/ 415927 w 415927"/>
                <a:gd name="csY15" fmla="*/ 214779 h 641643"/>
                <a:gd name="csX16" fmla="*/ 217563 w 415927"/>
                <a:gd name="csY16" fmla="*/ 38928 h 641643"/>
                <a:gd name="csX17" fmla="*/ 0 w 415927"/>
                <a:gd name="csY17" fmla="*/ 231798 h 6416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15927" h="641643">
                  <a:moveTo>
                    <a:pt x="217563" y="142376"/>
                  </a:moveTo>
                  <a:lnTo>
                    <a:pt x="415927" y="318227"/>
                  </a:lnTo>
                  <a:lnTo>
                    <a:pt x="415927" y="608593"/>
                  </a:lnTo>
                  <a:lnTo>
                    <a:pt x="232182" y="623194"/>
                  </a:lnTo>
                  <a:lnTo>
                    <a:pt x="232833" y="619967"/>
                  </a:lnTo>
                  <a:cubicBezTo>
                    <a:pt x="232833" y="576404"/>
                    <a:pt x="232834" y="532840"/>
                    <a:pt x="232834" y="489277"/>
                  </a:cubicBezTo>
                  <a:cubicBezTo>
                    <a:pt x="232834" y="449823"/>
                    <a:pt x="200850" y="417839"/>
                    <a:pt x="161396" y="417839"/>
                  </a:cubicBezTo>
                  <a:cubicBezTo>
                    <a:pt x="121942" y="417839"/>
                    <a:pt x="89958" y="449823"/>
                    <a:pt x="89958" y="489277"/>
                  </a:cubicBezTo>
                  <a:lnTo>
                    <a:pt x="89958" y="619966"/>
                  </a:lnTo>
                  <a:lnTo>
                    <a:pt x="92845" y="634266"/>
                  </a:lnTo>
                  <a:lnTo>
                    <a:pt x="0" y="641643"/>
                  </a:lnTo>
                  <a:lnTo>
                    <a:pt x="0" y="335246"/>
                  </a:lnTo>
                  <a:close/>
                  <a:moveTo>
                    <a:pt x="0" y="0"/>
                  </a:moveTo>
                  <a:lnTo>
                    <a:pt x="288922" y="0"/>
                  </a:lnTo>
                  <a:cubicBezTo>
                    <a:pt x="359065" y="0"/>
                    <a:pt x="415927" y="56862"/>
                    <a:pt x="415927" y="127005"/>
                  </a:cubicBezTo>
                  <a:lnTo>
                    <a:pt x="415927" y="214779"/>
                  </a:lnTo>
                  <a:lnTo>
                    <a:pt x="217563" y="38928"/>
                  </a:lnTo>
                  <a:lnTo>
                    <a:pt x="0" y="231798"/>
                  </a:lnTo>
                  <a:close/>
                </a:path>
              </a:pathLst>
            </a:custGeom>
            <a:solidFill>
              <a:srgbClr val="773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8A66FACF-C4CF-D71B-7834-7E6D951999EA}"/>
                </a:ext>
              </a:extLst>
            </p:cNvPr>
            <p:cNvSpPr/>
            <p:nvPr/>
          </p:nvSpPr>
          <p:spPr>
            <a:xfrm>
              <a:off x="3548592" y="2185773"/>
              <a:ext cx="415927" cy="769096"/>
            </a:xfrm>
            <a:custGeom>
              <a:avLst/>
              <a:gdLst>
                <a:gd name="csX0" fmla="*/ 415927 w 415927"/>
                <a:gd name="csY0" fmla="*/ 0 h 769096"/>
                <a:gd name="csX1" fmla="*/ 415927 w 415927"/>
                <a:gd name="csY1" fmla="*/ 642091 h 769096"/>
                <a:gd name="csX2" fmla="*/ 288922 w 415927"/>
                <a:gd name="csY2" fmla="*/ 769096 h 769096"/>
                <a:gd name="csX3" fmla="*/ 0 w 415927"/>
                <a:gd name="csY3" fmla="*/ 769096 h 769096"/>
                <a:gd name="csX4" fmla="*/ 0 w 415927"/>
                <a:gd name="csY4" fmla="*/ 33049 h 769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5927" h="769096">
                  <a:moveTo>
                    <a:pt x="415927" y="0"/>
                  </a:moveTo>
                  <a:lnTo>
                    <a:pt x="415927" y="642091"/>
                  </a:lnTo>
                  <a:cubicBezTo>
                    <a:pt x="415927" y="712234"/>
                    <a:pt x="359065" y="769096"/>
                    <a:pt x="288922" y="769096"/>
                  </a:cubicBezTo>
                  <a:lnTo>
                    <a:pt x="0" y="769096"/>
                  </a:lnTo>
                  <a:lnTo>
                    <a:pt x="0" y="33049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C941014D-DFE8-E152-F444-67FFEDEDD81E}"/>
              </a:ext>
            </a:extLst>
          </p:cNvPr>
          <p:cNvSpPr/>
          <p:nvPr/>
        </p:nvSpPr>
        <p:spPr>
          <a:xfrm>
            <a:off x="3632203" y="4240740"/>
            <a:ext cx="1460500" cy="1460500"/>
          </a:xfrm>
          <a:custGeom>
            <a:avLst/>
            <a:gdLst>
              <a:gd name="csX0" fmla="*/ 426507 w 1460500"/>
              <a:gd name="csY0" fmla="*/ 773566 h 1460500"/>
              <a:gd name="csX1" fmla="*/ 426507 w 1460500"/>
              <a:gd name="csY1" fmla="*/ 1460500 h 1460500"/>
              <a:gd name="csX2" fmla="*/ 127005 w 1460500"/>
              <a:gd name="csY2" fmla="*/ 1460500 h 1460500"/>
              <a:gd name="csX3" fmla="*/ 0 w 1460500"/>
              <a:gd name="csY3" fmla="*/ 1333495 h 1460500"/>
              <a:gd name="csX4" fmla="*/ 0 w 1460500"/>
              <a:gd name="csY4" fmla="*/ 807457 h 1460500"/>
              <a:gd name="csX5" fmla="*/ 962023 w 1460500"/>
              <a:gd name="csY5" fmla="*/ 731013 h 1460500"/>
              <a:gd name="csX6" fmla="*/ 962023 w 1460500"/>
              <a:gd name="csY6" fmla="*/ 1460500 h 1460500"/>
              <a:gd name="csX7" fmla="*/ 509057 w 1460500"/>
              <a:gd name="csY7" fmla="*/ 1460500 h 1460500"/>
              <a:gd name="csX8" fmla="*/ 509057 w 1460500"/>
              <a:gd name="csY8" fmla="*/ 767006 h 1460500"/>
              <a:gd name="csX9" fmla="*/ 1460500 w 1460500"/>
              <a:gd name="csY9" fmla="*/ 691404 h 1460500"/>
              <a:gd name="csX10" fmla="*/ 1460500 w 1460500"/>
              <a:gd name="csY10" fmla="*/ 1333495 h 1460500"/>
              <a:gd name="csX11" fmla="*/ 1333495 w 1460500"/>
              <a:gd name="csY11" fmla="*/ 1460500 h 1460500"/>
              <a:gd name="csX12" fmla="*/ 1044573 w 1460500"/>
              <a:gd name="csY12" fmla="*/ 1460500 h 1460500"/>
              <a:gd name="csX13" fmla="*/ 1044573 w 1460500"/>
              <a:gd name="csY13" fmla="*/ 724453 h 1460500"/>
              <a:gd name="csX14" fmla="*/ 1044573 w 1460500"/>
              <a:gd name="csY14" fmla="*/ 0 h 1460500"/>
              <a:gd name="csX15" fmla="*/ 1333495 w 1460500"/>
              <a:gd name="csY15" fmla="*/ 0 h 1460500"/>
              <a:gd name="csX16" fmla="*/ 1460500 w 1460500"/>
              <a:gd name="csY16" fmla="*/ 127005 h 1460500"/>
              <a:gd name="csX17" fmla="*/ 1460500 w 1460500"/>
              <a:gd name="csY17" fmla="*/ 608593 h 1460500"/>
              <a:gd name="csX18" fmla="*/ 1044573 w 1460500"/>
              <a:gd name="csY18" fmla="*/ 641643 h 1460500"/>
              <a:gd name="csX19" fmla="*/ 509057 w 1460500"/>
              <a:gd name="csY19" fmla="*/ 0 h 1460500"/>
              <a:gd name="csX20" fmla="*/ 962023 w 1460500"/>
              <a:gd name="csY20" fmla="*/ 0 h 1460500"/>
              <a:gd name="csX21" fmla="*/ 962023 w 1460500"/>
              <a:gd name="csY21" fmla="*/ 648203 h 1460500"/>
              <a:gd name="csX22" fmla="*/ 509057 w 1460500"/>
              <a:gd name="csY22" fmla="*/ 684196 h 1460500"/>
              <a:gd name="csX23" fmla="*/ 127005 w 1460500"/>
              <a:gd name="csY23" fmla="*/ 0 h 1460500"/>
              <a:gd name="csX24" fmla="*/ 426507 w 1460500"/>
              <a:gd name="csY24" fmla="*/ 0 h 1460500"/>
              <a:gd name="csX25" fmla="*/ 426507 w 1460500"/>
              <a:gd name="csY25" fmla="*/ 690755 h 1460500"/>
              <a:gd name="csX26" fmla="*/ 0 w 1460500"/>
              <a:gd name="csY26" fmla="*/ 724646 h 1460500"/>
              <a:gd name="csX27" fmla="*/ 0 w 1460500"/>
              <a:gd name="csY27" fmla="*/ 127005 h 1460500"/>
              <a:gd name="csX28" fmla="*/ 127005 w 1460500"/>
              <a:gd name="csY28" fmla="*/ 0 h 146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1460500" h="1460500">
                <a:moveTo>
                  <a:pt x="426507" y="773566"/>
                </a:moveTo>
                <a:lnTo>
                  <a:pt x="426507" y="1460500"/>
                </a:lnTo>
                <a:lnTo>
                  <a:pt x="127005" y="1460500"/>
                </a:lnTo>
                <a:cubicBezTo>
                  <a:pt x="56862" y="1460500"/>
                  <a:pt x="0" y="1403638"/>
                  <a:pt x="0" y="1333495"/>
                </a:cubicBezTo>
                <a:lnTo>
                  <a:pt x="0" y="807457"/>
                </a:lnTo>
                <a:close/>
                <a:moveTo>
                  <a:pt x="962023" y="731013"/>
                </a:moveTo>
                <a:lnTo>
                  <a:pt x="962023" y="1460500"/>
                </a:lnTo>
                <a:lnTo>
                  <a:pt x="509057" y="1460500"/>
                </a:lnTo>
                <a:lnTo>
                  <a:pt x="509057" y="767006"/>
                </a:lnTo>
                <a:close/>
                <a:moveTo>
                  <a:pt x="1460500" y="691404"/>
                </a:moveTo>
                <a:lnTo>
                  <a:pt x="1460500" y="1333495"/>
                </a:lnTo>
                <a:cubicBezTo>
                  <a:pt x="1460500" y="1403638"/>
                  <a:pt x="1403638" y="1460500"/>
                  <a:pt x="1333495" y="1460500"/>
                </a:cubicBezTo>
                <a:lnTo>
                  <a:pt x="1044573" y="1460500"/>
                </a:lnTo>
                <a:lnTo>
                  <a:pt x="1044573" y="724453"/>
                </a:lnTo>
                <a:close/>
                <a:moveTo>
                  <a:pt x="1044573" y="0"/>
                </a:moveTo>
                <a:lnTo>
                  <a:pt x="1333495" y="0"/>
                </a:lnTo>
                <a:cubicBezTo>
                  <a:pt x="1403638" y="0"/>
                  <a:pt x="1460500" y="56862"/>
                  <a:pt x="1460500" y="127005"/>
                </a:cubicBezTo>
                <a:lnTo>
                  <a:pt x="1460500" y="608593"/>
                </a:lnTo>
                <a:lnTo>
                  <a:pt x="1044573" y="641643"/>
                </a:lnTo>
                <a:close/>
                <a:moveTo>
                  <a:pt x="509057" y="0"/>
                </a:moveTo>
                <a:lnTo>
                  <a:pt x="962023" y="0"/>
                </a:lnTo>
                <a:lnTo>
                  <a:pt x="962023" y="648203"/>
                </a:lnTo>
                <a:lnTo>
                  <a:pt x="509057" y="684196"/>
                </a:lnTo>
                <a:close/>
                <a:moveTo>
                  <a:pt x="127005" y="0"/>
                </a:moveTo>
                <a:lnTo>
                  <a:pt x="426507" y="0"/>
                </a:lnTo>
                <a:lnTo>
                  <a:pt x="426507" y="690755"/>
                </a:lnTo>
                <a:lnTo>
                  <a:pt x="0" y="724646"/>
                </a:lnTo>
                <a:lnTo>
                  <a:pt x="0" y="127005"/>
                </a:lnTo>
                <a:cubicBezTo>
                  <a:pt x="0" y="56862"/>
                  <a:pt x="56862" y="0"/>
                  <a:pt x="127005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D77EBF5E-1BE4-EF70-6C33-76A4F43DDE2D}"/>
              </a:ext>
            </a:extLst>
          </p:cNvPr>
          <p:cNvGrpSpPr/>
          <p:nvPr/>
        </p:nvGrpSpPr>
        <p:grpSpPr>
          <a:xfrm>
            <a:off x="6733391" y="1488765"/>
            <a:ext cx="1460500" cy="1460500"/>
            <a:chOff x="2504019" y="1494369"/>
            <a:chExt cx="1460500" cy="1460500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7FAC75AD-44E8-A631-D479-18E89CAD2128}"/>
                </a:ext>
              </a:extLst>
            </p:cNvPr>
            <p:cNvSpPr/>
            <p:nvPr/>
          </p:nvSpPr>
          <p:spPr>
            <a:xfrm>
              <a:off x="2504019" y="2267172"/>
              <a:ext cx="426507" cy="686934"/>
            </a:xfrm>
            <a:custGeom>
              <a:avLst/>
              <a:gdLst>
                <a:gd name="csX0" fmla="*/ 234949 w 426507"/>
                <a:gd name="csY0" fmla="*/ 88680 h 686934"/>
                <a:gd name="csX1" fmla="*/ 135465 w 426507"/>
                <a:gd name="csY1" fmla="*/ 188164 h 686934"/>
                <a:gd name="csX2" fmla="*/ 234949 w 426507"/>
                <a:gd name="csY2" fmla="*/ 287648 h 686934"/>
                <a:gd name="csX3" fmla="*/ 334433 w 426507"/>
                <a:gd name="csY3" fmla="*/ 188164 h 686934"/>
                <a:gd name="csX4" fmla="*/ 234949 w 426507"/>
                <a:gd name="csY4" fmla="*/ 88680 h 686934"/>
                <a:gd name="csX5" fmla="*/ 426507 w 426507"/>
                <a:gd name="csY5" fmla="*/ 0 h 686934"/>
                <a:gd name="csX6" fmla="*/ 426507 w 426507"/>
                <a:gd name="csY6" fmla="*/ 686934 h 686934"/>
                <a:gd name="csX7" fmla="*/ 127005 w 426507"/>
                <a:gd name="csY7" fmla="*/ 686934 h 686934"/>
                <a:gd name="csX8" fmla="*/ 0 w 426507"/>
                <a:gd name="csY8" fmla="*/ 559929 h 686934"/>
                <a:gd name="csX9" fmla="*/ 0 w 426507"/>
                <a:gd name="csY9" fmla="*/ 33891 h 6869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26507" h="686934">
                  <a:moveTo>
                    <a:pt x="234949" y="88680"/>
                  </a:moveTo>
                  <a:cubicBezTo>
                    <a:pt x="180006" y="88680"/>
                    <a:pt x="135465" y="133221"/>
                    <a:pt x="135465" y="188164"/>
                  </a:cubicBezTo>
                  <a:cubicBezTo>
                    <a:pt x="135465" y="243107"/>
                    <a:pt x="180006" y="287648"/>
                    <a:pt x="234949" y="287648"/>
                  </a:cubicBezTo>
                  <a:cubicBezTo>
                    <a:pt x="289892" y="287648"/>
                    <a:pt x="334433" y="243107"/>
                    <a:pt x="334433" y="188164"/>
                  </a:cubicBezTo>
                  <a:cubicBezTo>
                    <a:pt x="334433" y="133221"/>
                    <a:pt x="289892" y="88680"/>
                    <a:pt x="234949" y="88680"/>
                  </a:cubicBezTo>
                  <a:close/>
                  <a:moveTo>
                    <a:pt x="426507" y="0"/>
                  </a:moveTo>
                  <a:lnTo>
                    <a:pt x="426507" y="686934"/>
                  </a:lnTo>
                  <a:lnTo>
                    <a:pt x="127005" y="686934"/>
                  </a:lnTo>
                  <a:cubicBezTo>
                    <a:pt x="56862" y="686934"/>
                    <a:pt x="0" y="630072"/>
                    <a:pt x="0" y="559929"/>
                  </a:cubicBezTo>
                  <a:lnTo>
                    <a:pt x="0" y="3389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id="{BFE1BA1B-E064-12AA-1CD9-4EBD5CA717A8}"/>
                </a:ext>
              </a:extLst>
            </p:cNvPr>
            <p:cNvSpPr/>
            <p:nvPr/>
          </p:nvSpPr>
          <p:spPr>
            <a:xfrm>
              <a:off x="2504019" y="1494369"/>
              <a:ext cx="426507" cy="724646"/>
            </a:xfrm>
            <a:custGeom>
              <a:avLst/>
              <a:gdLst>
                <a:gd name="csX0" fmla="*/ 250955 w 426507"/>
                <a:gd name="csY0" fmla="*/ 285454 h 724646"/>
                <a:gd name="csX1" fmla="*/ 213252 w 426507"/>
                <a:gd name="csY1" fmla="*/ 638937 h 724646"/>
                <a:gd name="csX2" fmla="*/ 364063 w 426507"/>
                <a:gd name="csY2" fmla="*/ 638937 h 724646"/>
                <a:gd name="csX3" fmla="*/ 326360 w 426507"/>
                <a:gd name="csY3" fmla="*/ 285454 h 724646"/>
                <a:gd name="csX4" fmla="*/ 127005 w 426507"/>
                <a:gd name="csY4" fmla="*/ 0 h 724646"/>
                <a:gd name="csX5" fmla="*/ 426507 w 426507"/>
                <a:gd name="csY5" fmla="*/ 0 h 724646"/>
                <a:gd name="csX6" fmla="*/ 426507 w 426507"/>
                <a:gd name="csY6" fmla="*/ 690755 h 724646"/>
                <a:gd name="csX7" fmla="*/ 0 w 426507"/>
                <a:gd name="csY7" fmla="*/ 724646 h 724646"/>
                <a:gd name="csX8" fmla="*/ 0 w 426507"/>
                <a:gd name="csY8" fmla="*/ 127005 h 724646"/>
                <a:gd name="csX9" fmla="*/ 127005 w 426507"/>
                <a:gd name="csY9" fmla="*/ 0 h 7246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26507" h="724646">
                  <a:moveTo>
                    <a:pt x="250955" y="285454"/>
                  </a:moveTo>
                  <a:lnTo>
                    <a:pt x="213252" y="638937"/>
                  </a:lnTo>
                  <a:lnTo>
                    <a:pt x="364063" y="638937"/>
                  </a:lnTo>
                  <a:lnTo>
                    <a:pt x="326360" y="285454"/>
                  </a:lnTo>
                  <a:close/>
                  <a:moveTo>
                    <a:pt x="127005" y="0"/>
                  </a:moveTo>
                  <a:lnTo>
                    <a:pt x="426507" y="0"/>
                  </a:lnTo>
                  <a:lnTo>
                    <a:pt x="426507" y="690755"/>
                  </a:lnTo>
                  <a:lnTo>
                    <a:pt x="0" y="724646"/>
                  </a:lnTo>
                  <a:lnTo>
                    <a:pt x="0" y="127005"/>
                  </a:lnTo>
                  <a:cubicBezTo>
                    <a:pt x="0" y="56862"/>
                    <a:pt x="56862" y="0"/>
                    <a:pt x="12700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7" name="任意多边形: 形状 86">
              <a:extLst>
                <a:ext uri="{FF2B5EF4-FFF2-40B4-BE49-F238E27FC236}">
                  <a16:creationId xmlns:a16="http://schemas.microsoft.com/office/drawing/2014/main" id="{7A458107-26FA-6DAB-A5F2-9EAE332EE30F}"/>
                </a:ext>
              </a:extLst>
            </p:cNvPr>
            <p:cNvSpPr/>
            <p:nvPr/>
          </p:nvSpPr>
          <p:spPr>
            <a:xfrm>
              <a:off x="3014137" y="2224619"/>
              <a:ext cx="452966" cy="729487"/>
            </a:xfrm>
            <a:custGeom>
              <a:avLst/>
              <a:gdLst>
                <a:gd name="csX0" fmla="*/ 0 w 452966"/>
                <a:gd name="csY0" fmla="*/ 556026 h 729487"/>
                <a:gd name="csX1" fmla="*/ 452966 w 452966"/>
                <a:gd name="csY1" fmla="*/ 556026 h 729487"/>
                <a:gd name="csX2" fmla="*/ 452966 w 452966"/>
                <a:gd name="csY2" fmla="*/ 729487 h 729487"/>
                <a:gd name="csX3" fmla="*/ 0 w 452966"/>
                <a:gd name="csY3" fmla="*/ 729487 h 729487"/>
                <a:gd name="csX4" fmla="*/ 452966 w 452966"/>
                <a:gd name="csY4" fmla="*/ 356793 h 729487"/>
                <a:gd name="csX5" fmla="*/ 452966 w 452966"/>
                <a:gd name="csY5" fmla="*/ 510307 h 729487"/>
                <a:gd name="csX6" fmla="*/ 0 w 452966"/>
                <a:gd name="csY6" fmla="*/ 510307 h 729487"/>
                <a:gd name="csX7" fmla="*/ 0 w 452966"/>
                <a:gd name="csY7" fmla="*/ 381556 h 729487"/>
                <a:gd name="csX8" fmla="*/ 452966 w 452966"/>
                <a:gd name="csY8" fmla="*/ 164292 h 729487"/>
                <a:gd name="csX9" fmla="*/ 452966 w 452966"/>
                <a:gd name="csY9" fmla="*/ 311006 h 729487"/>
                <a:gd name="csX10" fmla="*/ 0 w 452966"/>
                <a:gd name="csY10" fmla="*/ 335769 h 729487"/>
                <a:gd name="csX11" fmla="*/ 0 w 452966"/>
                <a:gd name="csY11" fmla="*/ 211173 h 729487"/>
                <a:gd name="csX12" fmla="*/ 452966 w 452966"/>
                <a:gd name="csY12" fmla="*/ 0 h 729487"/>
                <a:gd name="csX13" fmla="*/ 452966 w 452966"/>
                <a:gd name="csY13" fmla="*/ 118329 h 729487"/>
                <a:gd name="csX14" fmla="*/ 0 w 452966"/>
                <a:gd name="csY14" fmla="*/ 165210 h 729487"/>
                <a:gd name="csX15" fmla="*/ 0 w 452966"/>
                <a:gd name="csY15" fmla="*/ 35993 h 729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452966" h="729487">
                  <a:moveTo>
                    <a:pt x="0" y="556026"/>
                  </a:moveTo>
                  <a:lnTo>
                    <a:pt x="452966" y="556026"/>
                  </a:lnTo>
                  <a:lnTo>
                    <a:pt x="452966" y="729487"/>
                  </a:lnTo>
                  <a:lnTo>
                    <a:pt x="0" y="729487"/>
                  </a:lnTo>
                  <a:close/>
                  <a:moveTo>
                    <a:pt x="452966" y="356793"/>
                  </a:moveTo>
                  <a:lnTo>
                    <a:pt x="452966" y="510307"/>
                  </a:lnTo>
                  <a:lnTo>
                    <a:pt x="0" y="510307"/>
                  </a:lnTo>
                  <a:lnTo>
                    <a:pt x="0" y="381556"/>
                  </a:lnTo>
                  <a:close/>
                  <a:moveTo>
                    <a:pt x="452966" y="164292"/>
                  </a:moveTo>
                  <a:lnTo>
                    <a:pt x="452966" y="311006"/>
                  </a:lnTo>
                  <a:lnTo>
                    <a:pt x="0" y="335769"/>
                  </a:lnTo>
                  <a:lnTo>
                    <a:pt x="0" y="211173"/>
                  </a:lnTo>
                  <a:close/>
                  <a:moveTo>
                    <a:pt x="452966" y="0"/>
                  </a:moveTo>
                  <a:lnTo>
                    <a:pt x="452966" y="118329"/>
                  </a:lnTo>
                  <a:lnTo>
                    <a:pt x="0" y="165210"/>
                  </a:lnTo>
                  <a:lnTo>
                    <a:pt x="0" y="359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8" name="任意多边形: 形状 87">
              <a:extLst>
                <a:ext uri="{FF2B5EF4-FFF2-40B4-BE49-F238E27FC236}">
                  <a16:creationId xmlns:a16="http://schemas.microsoft.com/office/drawing/2014/main" id="{2A9C6B1F-4EFD-9602-9ED5-022DE5573B1A}"/>
                </a:ext>
              </a:extLst>
            </p:cNvPr>
            <p:cNvSpPr/>
            <p:nvPr/>
          </p:nvSpPr>
          <p:spPr>
            <a:xfrm>
              <a:off x="3014137" y="1494369"/>
              <a:ext cx="452966" cy="684196"/>
            </a:xfrm>
            <a:custGeom>
              <a:avLst/>
              <a:gdLst>
                <a:gd name="csX0" fmla="*/ 226484 w 452966"/>
                <a:gd name="csY0" fmla="*/ 283848 h 684196"/>
                <a:gd name="csX1" fmla="*/ 452966 w 452966"/>
                <a:gd name="csY1" fmla="*/ 484626 h 684196"/>
                <a:gd name="csX2" fmla="*/ 452966 w 452966"/>
                <a:gd name="csY2" fmla="*/ 648203 h 684196"/>
                <a:gd name="csX3" fmla="*/ 0 w 452966"/>
                <a:gd name="csY3" fmla="*/ 684196 h 684196"/>
                <a:gd name="csX4" fmla="*/ 0 w 452966"/>
                <a:gd name="csY4" fmla="*/ 484627 h 684196"/>
                <a:gd name="csX5" fmla="*/ 0 w 452966"/>
                <a:gd name="csY5" fmla="*/ 0 h 684196"/>
                <a:gd name="csX6" fmla="*/ 452966 w 452966"/>
                <a:gd name="csY6" fmla="*/ 0 h 684196"/>
                <a:gd name="csX7" fmla="*/ 452966 w 452966"/>
                <a:gd name="csY7" fmla="*/ 381178 h 684196"/>
                <a:gd name="csX8" fmla="*/ 226484 w 452966"/>
                <a:gd name="csY8" fmla="*/ 180400 h 684196"/>
                <a:gd name="csX9" fmla="*/ 0 w 452966"/>
                <a:gd name="csY9" fmla="*/ 381179 h 6841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52966" h="684196">
                  <a:moveTo>
                    <a:pt x="226484" y="283848"/>
                  </a:moveTo>
                  <a:lnTo>
                    <a:pt x="452966" y="484626"/>
                  </a:lnTo>
                  <a:lnTo>
                    <a:pt x="452966" y="648203"/>
                  </a:lnTo>
                  <a:lnTo>
                    <a:pt x="0" y="684196"/>
                  </a:lnTo>
                  <a:lnTo>
                    <a:pt x="0" y="484627"/>
                  </a:lnTo>
                  <a:close/>
                  <a:moveTo>
                    <a:pt x="0" y="0"/>
                  </a:moveTo>
                  <a:lnTo>
                    <a:pt x="452966" y="0"/>
                  </a:lnTo>
                  <a:lnTo>
                    <a:pt x="452966" y="381178"/>
                  </a:lnTo>
                  <a:lnTo>
                    <a:pt x="226484" y="180400"/>
                  </a:lnTo>
                  <a:lnTo>
                    <a:pt x="0" y="38117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id="{3CD76E35-0DF3-F4E5-A837-004642040621}"/>
                </a:ext>
              </a:extLst>
            </p:cNvPr>
            <p:cNvSpPr/>
            <p:nvPr/>
          </p:nvSpPr>
          <p:spPr>
            <a:xfrm>
              <a:off x="3548592" y="1494369"/>
              <a:ext cx="415927" cy="641643"/>
            </a:xfrm>
            <a:custGeom>
              <a:avLst/>
              <a:gdLst>
                <a:gd name="csX0" fmla="*/ 217563 w 415927"/>
                <a:gd name="csY0" fmla="*/ 142376 h 641643"/>
                <a:gd name="csX1" fmla="*/ 415927 w 415927"/>
                <a:gd name="csY1" fmla="*/ 318227 h 641643"/>
                <a:gd name="csX2" fmla="*/ 415927 w 415927"/>
                <a:gd name="csY2" fmla="*/ 608593 h 641643"/>
                <a:gd name="csX3" fmla="*/ 232182 w 415927"/>
                <a:gd name="csY3" fmla="*/ 623194 h 641643"/>
                <a:gd name="csX4" fmla="*/ 232833 w 415927"/>
                <a:gd name="csY4" fmla="*/ 619967 h 641643"/>
                <a:gd name="csX5" fmla="*/ 232834 w 415927"/>
                <a:gd name="csY5" fmla="*/ 489277 h 641643"/>
                <a:gd name="csX6" fmla="*/ 161396 w 415927"/>
                <a:gd name="csY6" fmla="*/ 417839 h 641643"/>
                <a:gd name="csX7" fmla="*/ 89958 w 415927"/>
                <a:gd name="csY7" fmla="*/ 489277 h 641643"/>
                <a:gd name="csX8" fmla="*/ 89958 w 415927"/>
                <a:gd name="csY8" fmla="*/ 619966 h 641643"/>
                <a:gd name="csX9" fmla="*/ 92845 w 415927"/>
                <a:gd name="csY9" fmla="*/ 634266 h 641643"/>
                <a:gd name="csX10" fmla="*/ 0 w 415927"/>
                <a:gd name="csY10" fmla="*/ 641643 h 641643"/>
                <a:gd name="csX11" fmla="*/ 0 w 415927"/>
                <a:gd name="csY11" fmla="*/ 335246 h 641643"/>
                <a:gd name="csX12" fmla="*/ 0 w 415927"/>
                <a:gd name="csY12" fmla="*/ 0 h 641643"/>
                <a:gd name="csX13" fmla="*/ 288922 w 415927"/>
                <a:gd name="csY13" fmla="*/ 0 h 641643"/>
                <a:gd name="csX14" fmla="*/ 415927 w 415927"/>
                <a:gd name="csY14" fmla="*/ 127005 h 641643"/>
                <a:gd name="csX15" fmla="*/ 415927 w 415927"/>
                <a:gd name="csY15" fmla="*/ 214779 h 641643"/>
                <a:gd name="csX16" fmla="*/ 217563 w 415927"/>
                <a:gd name="csY16" fmla="*/ 38928 h 641643"/>
                <a:gd name="csX17" fmla="*/ 0 w 415927"/>
                <a:gd name="csY17" fmla="*/ 231798 h 6416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15927" h="641643">
                  <a:moveTo>
                    <a:pt x="217563" y="142376"/>
                  </a:moveTo>
                  <a:lnTo>
                    <a:pt x="415927" y="318227"/>
                  </a:lnTo>
                  <a:lnTo>
                    <a:pt x="415927" y="608593"/>
                  </a:lnTo>
                  <a:lnTo>
                    <a:pt x="232182" y="623194"/>
                  </a:lnTo>
                  <a:lnTo>
                    <a:pt x="232833" y="619967"/>
                  </a:lnTo>
                  <a:cubicBezTo>
                    <a:pt x="232833" y="576404"/>
                    <a:pt x="232834" y="532840"/>
                    <a:pt x="232834" y="489277"/>
                  </a:cubicBezTo>
                  <a:cubicBezTo>
                    <a:pt x="232834" y="449823"/>
                    <a:pt x="200850" y="417839"/>
                    <a:pt x="161396" y="417839"/>
                  </a:cubicBezTo>
                  <a:cubicBezTo>
                    <a:pt x="121942" y="417839"/>
                    <a:pt x="89958" y="449823"/>
                    <a:pt x="89958" y="489277"/>
                  </a:cubicBezTo>
                  <a:lnTo>
                    <a:pt x="89958" y="619966"/>
                  </a:lnTo>
                  <a:lnTo>
                    <a:pt x="92845" y="634266"/>
                  </a:lnTo>
                  <a:lnTo>
                    <a:pt x="0" y="641643"/>
                  </a:lnTo>
                  <a:lnTo>
                    <a:pt x="0" y="335246"/>
                  </a:lnTo>
                  <a:close/>
                  <a:moveTo>
                    <a:pt x="0" y="0"/>
                  </a:moveTo>
                  <a:lnTo>
                    <a:pt x="288922" y="0"/>
                  </a:lnTo>
                  <a:cubicBezTo>
                    <a:pt x="359065" y="0"/>
                    <a:pt x="415927" y="56862"/>
                    <a:pt x="415927" y="127005"/>
                  </a:cubicBezTo>
                  <a:lnTo>
                    <a:pt x="415927" y="214779"/>
                  </a:lnTo>
                  <a:lnTo>
                    <a:pt x="217563" y="38928"/>
                  </a:lnTo>
                  <a:lnTo>
                    <a:pt x="0" y="23179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0" name="任意多边形: 形状 89">
              <a:extLst>
                <a:ext uri="{FF2B5EF4-FFF2-40B4-BE49-F238E27FC236}">
                  <a16:creationId xmlns:a16="http://schemas.microsoft.com/office/drawing/2014/main" id="{72274A82-FE78-0CEF-5DB5-0E0CC8EE389D}"/>
                </a:ext>
              </a:extLst>
            </p:cNvPr>
            <p:cNvSpPr/>
            <p:nvPr/>
          </p:nvSpPr>
          <p:spPr>
            <a:xfrm>
              <a:off x="3548592" y="2185773"/>
              <a:ext cx="415927" cy="769096"/>
            </a:xfrm>
            <a:custGeom>
              <a:avLst/>
              <a:gdLst>
                <a:gd name="csX0" fmla="*/ 415927 w 415927"/>
                <a:gd name="csY0" fmla="*/ 0 h 769096"/>
                <a:gd name="csX1" fmla="*/ 415927 w 415927"/>
                <a:gd name="csY1" fmla="*/ 642091 h 769096"/>
                <a:gd name="csX2" fmla="*/ 288922 w 415927"/>
                <a:gd name="csY2" fmla="*/ 769096 h 769096"/>
                <a:gd name="csX3" fmla="*/ 0 w 415927"/>
                <a:gd name="csY3" fmla="*/ 769096 h 769096"/>
                <a:gd name="csX4" fmla="*/ 0 w 415927"/>
                <a:gd name="csY4" fmla="*/ 33049 h 769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5927" h="769096">
                  <a:moveTo>
                    <a:pt x="415927" y="0"/>
                  </a:moveTo>
                  <a:lnTo>
                    <a:pt x="415927" y="642091"/>
                  </a:lnTo>
                  <a:cubicBezTo>
                    <a:pt x="415927" y="712234"/>
                    <a:pt x="359065" y="769096"/>
                    <a:pt x="288922" y="769096"/>
                  </a:cubicBezTo>
                  <a:lnTo>
                    <a:pt x="0" y="769096"/>
                  </a:lnTo>
                  <a:lnTo>
                    <a:pt x="0" y="330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965448FF-FC51-43A0-4CF7-CF8B442D698B}"/>
              </a:ext>
            </a:extLst>
          </p:cNvPr>
          <p:cNvGrpSpPr/>
          <p:nvPr/>
        </p:nvGrpSpPr>
        <p:grpSpPr>
          <a:xfrm>
            <a:off x="4582585" y="1494369"/>
            <a:ext cx="1460500" cy="1460500"/>
            <a:chOff x="2504019" y="1494369"/>
            <a:chExt cx="1460500" cy="1460500"/>
          </a:xfrm>
          <a:solidFill>
            <a:srgbClr val="E41212"/>
          </a:solidFill>
        </p:grpSpPr>
        <p:sp>
          <p:nvSpPr>
            <p:cNvPr id="92" name="任意多边形: 形状 91">
              <a:extLst>
                <a:ext uri="{FF2B5EF4-FFF2-40B4-BE49-F238E27FC236}">
                  <a16:creationId xmlns:a16="http://schemas.microsoft.com/office/drawing/2014/main" id="{A12C4220-F393-220A-9BFC-56000B2573C6}"/>
                </a:ext>
              </a:extLst>
            </p:cNvPr>
            <p:cNvSpPr/>
            <p:nvPr/>
          </p:nvSpPr>
          <p:spPr>
            <a:xfrm>
              <a:off x="2504019" y="2267172"/>
              <a:ext cx="426507" cy="686934"/>
            </a:xfrm>
            <a:custGeom>
              <a:avLst/>
              <a:gdLst>
                <a:gd name="csX0" fmla="*/ 234949 w 426507"/>
                <a:gd name="csY0" fmla="*/ 88680 h 686934"/>
                <a:gd name="csX1" fmla="*/ 135465 w 426507"/>
                <a:gd name="csY1" fmla="*/ 188164 h 686934"/>
                <a:gd name="csX2" fmla="*/ 234949 w 426507"/>
                <a:gd name="csY2" fmla="*/ 287648 h 686934"/>
                <a:gd name="csX3" fmla="*/ 334433 w 426507"/>
                <a:gd name="csY3" fmla="*/ 188164 h 686934"/>
                <a:gd name="csX4" fmla="*/ 234949 w 426507"/>
                <a:gd name="csY4" fmla="*/ 88680 h 686934"/>
                <a:gd name="csX5" fmla="*/ 426507 w 426507"/>
                <a:gd name="csY5" fmla="*/ 0 h 686934"/>
                <a:gd name="csX6" fmla="*/ 426507 w 426507"/>
                <a:gd name="csY6" fmla="*/ 686934 h 686934"/>
                <a:gd name="csX7" fmla="*/ 127005 w 426507"/>
                <a:gd name="csY7" fmla="*/ 686934 h 686934"/>
                <a:gd name="csX8" fmla="*/ 0 w 426507"/>
                <a:gd name="csY8" fmla="*/ 559929 h 686934"/>
                <a:gd name="csX9" fmla="*/ 0 w 426507"/>
                <a:gd name="csY9" fmla="*/ 33891 h 6869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26507" h="686934">
                  <a:moveTo>
                    <a:pt x="234949" y="88680"/>
                  </a:moveTo>
                  <a:cubicBezTo>
                    <a:pt x="180006" y="88680"/>
                    <a:pt x="135465" y="133221"/>
                    <a:pt x="135465" y="188164"/>
                  </a:cubicBezTo>
                  <a:cubicBezTo>
                    <a:pt x="135465" y="243107"/>
                    <a:pt x="180006" y="287648"/>
                    <a:pt x="234949" y="287648"/>
                  </a:cubicBezTo>
                  <a:cubicBezTo>
                    <a:pt x="289892" y="287648"/>
                    <a:pt x="334433" y="243107"/>
                    <a:pt x="334433" y="188164"/>
                  </a:cubicBezTo>
                  <a:cubicBezTo>
                    <a:pt x="334433" y="133221"/>
                    <a:pt x="289892" y="88680"/>
                    <a:pt x="234949" y="88680"/>
                  </a:cubicBezTo>
                  <a:close/>
                  <a:moveTo>
                    <a:pt x="426507" y="0"/>
                  </a:moveTo>
                  <a:lnTo>
                    <a:pt x="426507" y="686934"/>
                  </a:lnTo>
                  <a:lnTo>
                    <a:pt x="127005" y="686934"/>
                  </a:lnTo>
                  <a:cubicBezTo>
                    <a:pt x="56862" y="686934"/>
                    <a:pt x="0" y="630072"/>
                    <a:pt x="0" y="559929"/>
                  </a:cubicBezTo>
                  <a:lnTo>
                    <a:pt x="0" y="3389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3" name="任意多边形: 形状 92">
              <a:extLst>
                <a:ext uri="{FF2B5EF4-FFF2-40B4-BE49-F238E27FC236}">
                  <a16:creationId xmlns:a16="http://schemas.microsoft.com/office/drawing/2014/main" id="{1D0FC1FF-4776-320B-5314-BD70C65C88AB}"/>
                </a:ext>
              </a:extLst>
            </p:cNvPr>
            <p:cNvSpPr/>
            <p:nvPr/>
          </p:nvSpPr>
          <p:spPr>
            <a:xfrm>
              <a:off x="2504019" y="1494369"/>
              <a:ext cx="426507" cy="724646"/>
            </a:xfrm>
            <a:custGeom>
              <a:avLst/>
              <a:gdLst>
                <a:gd name="csX0" fmla="*/ 250955 w 426507"/>
                <a:gd name="csY0" fmla="*/ 285454 h 724646"/>
                <a:gd name="csX1" fmla="*/ 213252 w 426507"/>
                <a:gd name="csY1" fmla="*/ 638937 h 724646"/>
                <a:gd name="csX2" fmla="*/ 364063 w 426507"/>
                <a:gd name="csY2" fmla="*/ 638937 h 724646"/>
                <a:gd name="csX3" fmla="*/ 326360 w 426507"/>
                <a:gd name="csY3" fmla="*/ 285454 h 724646"/>
                <a:gd name="csX4" fmla="*/ 127005 w 426507"/>
                <a:gd name="csY4" fmla="*/ 0 h 724646"/>
                <a:gd name="csX5" fmla="*/ 426507 w 426507"/>
                <a:gd name="csY5" fmla="*/ 0 h 724646"/>
                <a:gd name="csX6" fmla="*/ 426507 w 426507"/>
                <a:gd name="csY6" fmla="*/ 690755 h 724646"/>
                <a:gd name="csX7" fmla="*/ 0 w 426507"/>
                <a:gd name="csY7" fmla="*/ 724646 h 724646"/>
                <a:gd name="csX8" fmla="*/ 0 w 426507"/>
                <a:gd name="csY8" fmla="*/ 127005 h 724646"/>
                <a:gd name="csX9" fmla="*/ 127005 w 426507"/>
                <a:gd name="csY9" fmla="*/ 0 h 7246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26507" h="724646">
                  <a:moveTo>
                    <a:pt x="250955" y="285454"/>
                  </a:moveTo>
                  <a:lnTo>
                    <a:pt x="213252" y="638937"/>
                  </a:lnTo>
                  <a:lnTo>
                    <a:pt x="364063" y="638937"/>
                  </a:lnTo>
                  <a:lnTo>
                    <a:pt x="326360" y="285454"/>
                  </a:lnTo>
                  <a:close/>
                  <a:moveTo>
                    <a:pt x="127005" y="0"/>
                  </a:moveTo>
                  <a:lnTo>
                    <a:pt x="426507" y="0"/>
                  </a:lnTo>
                  <a:lnTo>
                    <a:pt x="426507" y="690755"/>
                  </a:lnTo>
                  <a:lnTo>
                    <a:pt x="0" y="724646"/>
                  </a:lnTo>
                  <a:lnTo>
                    <a:pt x="0" y="127005"/>
                  </a:lnTo>
                  <a:cubicBezTo>
                    <a:pt x="0" y="56862"/>
                    <a:pt x="56862" y="0"/>
                    <a:pt x="12700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4" name="任意多边形: 形状 93">
              <a:extLst>
                <a:ext uri="{FF2B5EF4-FFF2-40B4-BE49-F238E27FC236}">
                  <a16:creationId xmlns:a16="http://schemas.microsoft.com/office/drawing/2014/main" id="{C398F3B1-226A-5527-F05A-A4931B124B3E}"/>
                </a:ext>
              </a:extLst>
            </p:cNvPr>
            <p:cNvSpPr/>
            <p:nvPr/>
          </p:nvSpPr>
          <p:spPr>
            <a:xfrm>
              <a:off x="3014137" y="2224619"/>
              <a:ext cx="452966" cy="729487"/>
            </a:xfrm>
            <a:custGeom>
              <a:avLst/>
              <a:gdLst>
                <a:gd name="csX0" fmla="*/ 0 w 452966"/>
                <a:gd name="csY0" fmla="*/ 556026 h 729487"/>
                <a:gd name="csX1" fmla="*/ 452966 w 452966"/>
                <a:gd name="csY1" fmla="*/ 556026 h 729487"/>
                <a:gd name="csX2" fmla="*/ 452966 w 452966"/>
                <a:gd name="csY2" fmla="*/ 729487 h 729487"/>
                <a:gd name="csX3" fmla="*/ 0 w 452966"/>
                <a:gd name="csY3" fmla="*/ 729487 h 729487"/>
                <a:gd name="csX4" fmla="*/ 452966 w 452966"/>
                <a:gd name="csY4" fmla="*/ 356793 h 729487"/>
                <a:gd name="csX5" fmla="*/ 452966 w 452966"/>
                <a:gd name="csY5" fmla="*/ 510307 h 729487"/>
                <a:gd name="csX6" fmla="*/ 0 w 452966"/>
                <a:gd name="csY6" fmla="*/ 510307 h 729487"/>
                <a:gd name="csX7" fmla="*/ 0 w 452966"/>
                <a:gd name="csY7" fmla="*/ 381556 h 729487"/>
                <a:gd name="csX8" fmla="*/ 452966 w 452966"/>
                <a:gd name="csY8" fmla="*/ 164292 h 729487"/>
                <a:gd name="csX9" fmla="*/ 452966 w 452966"/>
                <a:gd name="csY9" fmla="*/ 311006 h 729487"/>
                <a:gd name="csX10" fmla="*/ 0 w 452966"/>
                <a:gd name="csY10" fmla="*/ 335769 h 729487"/>
                <a:gd name="csX11" fmla="*/ 0 w 452966"/>
                <a:gd name="csY11" fmla="*/ 211173 h 729487"/>
                <a:gd name="csX12" fmla="*/ 452966 w 452966"/>
                <a:gd name="csY12" fmla="*/ 0 h 729487"/>
                <a:gd name="csX13" fmla="*/ 452966 w 452966"/>
                <a:gd name="csY13" fmla="*/ 118329 h 729487"/>
                <a:gd name="csX14" fmla="*/ 0 w 452966"/>
                <a:gd name="csY14" fmla="*/ 165210 h 729487"/>
                <a:gd name="csX15" fmla="*/ 0 w 452966"/>
                <a:gd name="csY15" fmla="*/ 35993 h 729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452966" h="729487">
                  <a:moveTo>
                    <a:pt x="0" y="556026"/>
                  </a:moveTo>
                  <a:lnTo>
                    <a:pt x="452966" y="556026"/>
                  </a:lnTo>
                  <a:lnTo>
                    <a:pt x="452966" y="729487"/>
                  </a:lnTo>
                  <a:lnTo>
                    <a:pt x="0" y="729487"/>
                  </a:lnTo>
                  <a:close/>
                  <a:moveTo>
                    <a:pt x="452966" y="356793"/>
                  </a:moveTo>
                  <a:lnTo>
                    <a:pt x="452966" y="510307"/>
                  </a:lnTo>
                  <a:lnTo>
                    <a:pt x="0" y="510307"/>
                  </a:lnTo>
                  <a:lnTo>
                    <a:pt x="0" y="381556"/>
                  </a:lnTo>
                  <a:close/>
                  <a:moveTo>
                    <a:pt x="452966" y="164292"/>
                  </a:moveTo>
                  <a:lnTo>
                    <a:pt x="452966" y="311006"/>
                  </a:lnTo>
                  <a:lnTo>
                    <a:pt x="0" y="335769"/>
                  </a:lnTo>
                  <a:lnTo>
                    <a:pt x="0" y="211173"/>
                  </a:lnTo>
                  <a:close/>
                  <a:moveTo>
                    <a:pt x="452966" y="0"/>
                  </a:moveTo>
                  <a:lnTo>
                    <a:pt x="452966" y="118329"/>
                  </a:lnTo>
                  <a:lnTo>
                    <a:pt x="0" y="165210"/>
                  </a:lnTo>
                  <a:lnTo>
                    <a:pt x="0" y="359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5" name="任意多边形: 形状 94">
              <a:extLst>
                <a:ext uri="{FF2B5EF4-FFF2-40B4-BE49-F238E27FC236}">
                  <a16:creationId xmlns:a16="http://schemas.microsoft.com/office/drawing/2014/main" id="{12F7A0B4-2B96-3616-077C-F93BF89BF1AD}"/>
                </a:ext>
              </a:extLst>
            </p:cNvPr>
            <p:cNvSpPr/>
            <p:nvPr/>
          </p:nvSpPr>
          <p:spPr>
            <a:xfrm>
              <a:off x="3014137" y="1494369"/>
              <a:ext cx="452966" cy="684196"/>
            </a:xfrm>
            <a:custGeom>
              <a:avLst/>
              <a:gdLst>
                <a:gd name="csX0" fmla="*/ 226484 w 452966"/>
                <a:gd name="csY0" fmla="*/ 283848 h 684196"/>
                <a:gd name="csX1" fmla="*/ 452966 w 452966"/>
                <a:gd name="csY1" fmla="*/ 484626 h 684196"/>
                <a:gd name="csX2" fmla="*/ 452966 w 452966"/>
                <a:gd name="csY2" fmla="*/ 648203 h 684196"/>
                <a:gd name="csX3" fmla="*/ 0 w 452966"/>
                <a:gd name="csY3" fmla="*/ 684196 h 684196"/>
                <a:gd name="csX4" fmla="*/ 0 w 452966"/>
                <a:gd name="csY4" fmla="*/ 484627 h 684196"/>
                <a:gd name="csX5" fmla="*/ 0 w 452966"/>
                <a:gd name="csY5" fmla="*/ 0 h 684196"/>
                <a:gd name="csX6" fmla="*/ 452966 w 452966"/>
                <a:gd name="csY6" fmla="*/ 0 h 684196"/>
                <a:gd name="csX7" fmla="*/ 452966 w 452966"/>
                <a:gd name="csY7" fmla="*/ 381178 h 684196"/>
                <a:gd name="csX8" fmla="*/ 226484 w 452966"/>
                <a:gd name="csY8" fmla="*/ 180400 h 684196"/>
                <a:gd name="csX9" fmla="*/ 0 w 452966"/>
                <a:gd name="csY9" fmla="*/ 381179 h 6841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52966" h="684196">
                  <a:moveTo>
                    <a:pt x="226484" y="283848"/>
                  </a:moveTo>
                  <a:lnTo>
                    <a:pt x="452966" y="484626"/>
                  </a:lnTo>
                  <a:lnTo>
                    <a:pt x="452966" y="648203"/>
                  </a:lnTo>
                  <a:lnTo>
                    <a:pt x="0" y="684196"/>
                  </a:lnTo>
                  <a:lnTo>
                    <a:pt x="0" y="484627"/>
                  </a:lnTo>
                  <a:close/>
                  <a:moveTo>
                    <a:pt x="0" y="0"/>
                  </a:moveTo>
                  <a:lnTo>
                    <a:pt x="452966" y="0"/>
                  </a:lnTo>
                  <a:lnTo>
                    <a:pt x="452966" y="381178"/>
                  </a:lnTo>
                  <a:lnTo>
                    <a:pt x="226484" y="180400"/>
                  </a:lnTo>
                  <a:lnTo>
                    <a:pt x="0" y="38117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3109D289-439B-BC98-99B5-795327DE9D06}"/>
                </a:ext>
              </a:extLst>
            </p:cNvPr>
            <p:cNvSpPr/>
            <p:nvPr/>
          </p:nvSpPr>
          <p:spPr>
            <a:xfrm>
              <a:off x="3548592" y="1494369"/>
              <a:ext cx="415927" cy="641643"/>
            </a:xfrm>
            <a:custGeom>
              <a:avLst/>
              <a:gdLst>
                <a:gd name="csX0" fmla="*/ 217563 w 415927"/>
                <a:gd name="csY0" fmla="*/ 142376 h 641643"/>
                <a:gd name="csX1" fmla="*/ 415927 w 415927"/>
                <a:gd name="csY1" fmla="*/ 318227 h 641643"/>
                <a:gd name="csX2" fmla="*/ 415927 w 415927"/>
                <a:gd name="csY2" fmla="*/ 608593 h 641643"/>
                <a:gd name="csX3" fmla="*/ 232182 w 415927"/>
                <a:gd name="csY3" fmla="*/ 623194 h 641643"/>
                <a:gd name="csX4" fmla="*/ 232833 w 415927"/>
                <a:gd name="csY4" fmla="*/ 619967 h 641643"/>
                <a:gd name="csX5" fmla="*/ 232834 w 415927"/>
                <a:gd name="csY5" fmla="*/ 489277 h 641643"/>
                <a:gd name="csX6" fmla="*/ 161396 w 415927"/>
                <a:gd name="csY6" fmla="*/ 417839 h 641643"/>
                <a:gd name="csX7" fmla="*/ 89958 w 415927"/>
                <a:gd name="csY7" fmla="*/ 489277 h 641643"/>
                <a:gd name="csX8" fmla="*/ 89958 w 415927"/>
                <a:gd name="csY8" fmla="*/ 619966 h 641643"/>
                <a:gd name="csX9" fmla="*/ 92845 w 415927"/>
                <a:gd name="csY9" fmla="*/ 634266 h 641643"/>
                <a:gd name="csX10" fmla="*/ 0 w 415927"/>
                <a:gd name="csY10" fmla="*/ 641643 h 641643"/>
                <a:gd name="csX11" fmla="*/ 0 w 415927"/>
                <a:gd name="csY11" fmla="*/ 335246 h 641643"/>
                <a:gd name="csX12" fmla="*/ 0 w 415927"/>
                <a:gd name="csY12" fmla="*/ 0 h 641643"/>
                <a:gd name="csX13" fmla="*/ 288922 w 415927"/>
                <a:gd name="csY13" fmla="*/ 0 h 641643"/>
                <a:gd name="csX14" fmla="*/ 415927 w 415927"/>
                <a:gd name="csY14" fmla="*/ 127005 h 641643"/>
                <a:gd name="csX15" fmla="*/ 415927 w 415927"/>
                <a:gd name="csY15" fmla="*/ 214779 h 641643"/>
                <a:gd name="csX16" fmla="*/ 217563 w 415927"/>
                <a:gd name="csY16" fmla="*/ 38928 h 641643"/>
                <a:gd name="csX17" fmla="*/ 0 w 415927"/>
                <a:gd name="csY17" fmla="*/ 231798 h 6416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15927" h="641643">
                  <a:moveTo>
                    <a:pt x="217563" y="142376"/>
                  </a:moveTo>
                  <a:lnTo>
                    <a:pt x="415927" y="318227"/>
                  </a:lnTo>
                  <a:lnTo>
                    <a:pt x="415927" y="608593"/>
                  </a:lnTo>
                  <a:lnTo>
                    <a:pt x="232182" y="623194"/>
                  </a:lnTo>
                  <a:lnTo>
                    <a:pt x="232833" y="619967"/>
                  </a:lnTo>
                  <a:cubicBezTo>
                    <a:pt x="232833" y="576404"/>
                    <a:pt x="232834" y="532840"/>
                    <a:pt x="232834" y="489277"/>
                  </a:cubicBezTo>
                  <a:cubicBezTo>
                    <a:pt x="232834" y="449823"/>
                    <a:pt x="200850" y="417839"/>
                    <a:pt x="161396" y="417839"/>
                  </a:cubicBezTo>
                  <a:cubicBezTo>
                    <a:pt x="121942" y="417839"/>
                    <a:pt x="89958" y="449823"/>
                    <a:pt x="89958" y="489277"/>
                  </a:cubicBezTo>
                  <a:lnTo>
                    <a:pt x="89958" y="619966"/>
                  </a:lnTo>
                  <a:lnTo>
                    <a:pt x="92845" y="634266"/>
                  </a:lnTo>
                  <a:lnTo>
                    <a:pt x="0" y="641643"/>
                  </a:lnTo>
                  <a:lnTo>
                    <a:pt x="0" y="335246"/>
                  </a:lnTo>
                  <a:close/>
                  <a:moveTo>
                    <a:pt x="0" y="0"/>
                  </a:moveTo>
                  <a:lnTo>
                    <a:pt x="288922" y="0"/>
                  </a:lnTo>
                  <a:cubicBezTo>
                    <a:pt x="359065" y="0"/>
                    <a:pt x="415927" y="56862"/>
                    <a:pt x="415927" y="127005"/>
                  </a:cubicBezTo>
                  <a:lnTo>
                    <a:pt x="415927" y="214779"/>
                  </a:lnTo>
                  <a:lnTo>
                    <a:pt x="217563" y="38928"/>
                  </a:lnTo>
                  <a:lnTo>
                    <a:pt x="0" y="23179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7" name="任意多边形: 形状 96">
              <a:extLst>
                <a:ext uri="{FF2B5EF4-FFF2-40B4-BE49-F238E27FC236}">
                  <a16:creationId xmlns:a16="http://schemas.microsoft.com/office/drawing/2014/main" id="{1345971F-21C6-B53C-D5F0-33F4B1A5AAE3}"/>
                </a:ext>
              </a:extLst>
            </p:cNvPr>
            <p:cNvSpPr/>
            <p:nvPr/>
          </p:nvSpPr>
          <p:spPr>
            <a:xfrm>
              <a:off x="3548592" y="2185773"/>
              <a:ext cx="415927" cy="769096"/>
            </a:xfrm>
            <a:custGeom>
              <a:avLst/>
              <a:gdLst>
                <a:gd name="csX0" fmla="*/ 415927 w 415927"/>
                <a:gd name="csY0" fmla="*/ 0 h 769096"/>
                <a:gd name="csX1" fmla="*/ 415927 w 415927"/>
                <a:gd name="csY1" fmla="*/ 642091 h 769096"/>
                <a:gd name="csX2" fmla="*/ 288922 w 415927"/>
                <a:gd name="csY2" fmla="*/ 769096 h 769096"/>
                <a:gd name="csX3" fmla="*/ 0 w 415927"/>
                <a:gd name="csY3" fmla="*/ 769096 h 769096"/>
                <a:gd name="csX4" fmla="*/ 0 w 415927"/>
                <a:gd name="csY4" fmla="*/ 33049 h 769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5927" h="769096">
                  <a:moveTo>
                    <a:pt x="415927" y="0"/>
                  </a:moveTo>
                  <a:lnTo>
                    <a:pt x="415927" y="642091"/>
                  </a:lnTo>
                  <a:cubicBezTo>
                    <a:pt x="415927" y="712234"/>
                    <a:pt x="359065" y="769096"/>
                    <a:pt x="288922" y="769096"/>
                  </a:cubicBezTo>
                  <a:lnTo>
                    <a:pt x="0" y="769096"/>
                  </a:lnTo>
                  <a:lnTo>
                    <a:pt x="0" y="330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61506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齊七 劉</dc:creator>
  <cp:lastModifiedBy>齊七 劉</cp:lastModifiedBy>
  <cp:revision>1</cp:revision>
  <dcterms:created xsi:type="dcterms:W3CDTF">2026-06-08T13:52:54Z</dcterms:created>
  <dcterms:modified xsi:type="dcterms:W3CDTF">2026-06-08T14:43:36Z</dcterms:modified>
</cp:coreProperties>
</file>